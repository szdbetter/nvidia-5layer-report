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CJK SC"/>
              </a:defRPr>
            </a:pPr>
            <a:r>
              <a:t>阿里巴巴（BABA）深度研报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Noto Sans CJK SC"/>
              </a:defRPr>
            </a:pPr>
            <a:r>
              <a:t>10x Alpha 猎手 · 第二阶段 · v5.0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Noto Sans CJK SC"/>
              </a:defRPr>
            </a:pPr>
            <a:r>
              <a:t>OpenClaw AI Research Engine | 2026-03-17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Noto Sans CJK SC"/>
              </a:defRPr>
            </a:pPr>
            <a:r>
              <a:t>加权总分 7.16/10 → ✅ Alpha | 胜率 68% | 赔率 1:2.8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🏁 投资决策驾驶舱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投资建议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合理分批建仓（Moderate Accumulate）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时机判断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错杀修复期 — 反垄断清零+AI战略落地+估值历史低位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触发事件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2026-03-19 Q3 FY2026财报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当前价格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$136.85（极度低估区间）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胜率预测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赔率预测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1:2.8（目标$192-205，止损$118）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Noto Sans CJK SC"/>
              </a:defRPr>
            </a:pPr>
            <a:r>
              <a:t>核心逻辑：中国云AI绝对领导者 + 电商低估值护城河 + 反垄断出清 → 双击估值+盈利修复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📊 14维度评分卡（加权总分 7.16/10）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822960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权重得分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1.技术护城河(12%)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2.商业模式(10%)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0.75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3.收入增长(10%)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0.65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4.盈利能力(8%)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5.现金流(8%)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6.市场地位(8%)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7.管理团队(6%)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8.股东结构(6%)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9.估值合理性(10%)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10.政策监管(6%)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11.产品迭代(6%)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12.客户基础(4%)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0.30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13.供应链(4%)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14.分析师共识(2%)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💡 核心投资逻辑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Noto Sans CJK SC"/>
              </a:defRPr>
            </a:pPr>
            <a:r>
              <a:t>认知差：市场定价阿里是增长停滞的电商公司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Noto Sans CJK SC"/>
              </a:defRPr>
            </a:pPr>
            <a:r>
              <a:t>• P/S = 2.31x，较10年中位数6.74低66%，处历史10-15%分位</a:t>
            </a:r>
            <a:br/>
            <a:r>
              <a:t>• 市场忽略了云AI业务的爆发性增长（34%增速，AI三位数）</a:t>
            </a:r>
            <a:br/>
            <a:r>
              <a:t>• 反垄断整改2024年8月正式完成，监管风险已清零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Noto Sans CJK SC"/>
              </a:defRPr>
            </a:pPr>
            <a:r>
              <a:t>实际上它是：中国最大AI基础设施运营商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Noto Sans CJK SC"/>
              </a:defRPr>
            </a:pPr>
            <a:r>
              <a:t>• Qwen 3.5 超 GPT-5.2（Math-Vision基准），全球3亿+下载</a:t>
            </a:r>
            <a:br/>
            <a:r>
              <a:t>• 电商 = 现金牛（$27B/年EBITA） → 持续输血云AI飞轮</a:t>
            </a:r>
            <a:br/>
            <a:r>
              <a:t>• 对标 Microsoft 2016-2020 云转型路径，估值扩张空间巨大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📦 业务板块拆解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业务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营收(估算)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增速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淘宝天猫(TTG)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~500B元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+低单位数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现金牛🐄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云智能集团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~115B元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+34%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增长引擎🚀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国际数字商业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~108B元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+33%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全球化扩张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菜鸟物流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~100B元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+中单位数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战略支撑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本地生活/大文娱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~170B元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生态补充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~996B元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+5-6%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🤖 AI战略：Qwen生态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Qwen系列模型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200+ 开源模型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全球下载量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3亿+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衍生模型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10万+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Qwen 3.5 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397B MoE架构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许可证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Apache 2.0（商用自由）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上下文窗口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256K tokens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vs GPT-5.2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超越（Math-Vision基准）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成本优化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较上代降60%，性能提升8x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3年AI投资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3800亿元($52B)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⚔️ 竞争格局矩阵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Noto Sans CJK SC"/>
              </a:defRPr>
            </a:pPr>
            <a:r>
              <a:t>中国电商竞争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029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份额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威胁度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淘宝天猫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拼多多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JD.com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抖音电商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快速增长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⚠️高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Noto Sans CJK SC"/>
              </a:defRPr>
            </a:pPr>
            <a:r>
              <a:t>中国云计算竞争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645920"/>
          <a:ext cx="5943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云服务商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份额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阿里云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36%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Qwen系列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华为云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昇腾芯片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腾讯云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~12%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混元大模型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字节云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快速增长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豆包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392B"/>
                </a:solidFill>
                <a:latin typeface="Noto Sans CJK SC"/>
              </a:defRPr>
            </a:pPr>
            <a:r>
              <a:t>⚠️ 风险矩阵与熔断条件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9601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熔断类型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风险分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估值熔断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股价&lt;$115 或 P/S&lt;1.8x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🔴高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质量熔断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EBITA利润率连续两季&lt;11%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🟡中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增长熔断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云收入增速连续两季&lt;15%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🟡中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人才熔断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Qwen核心负责人离职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🟡中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监管黑天鹅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BABA从NYSE摘牌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🔴尾部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竞争熔断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云份额跌破25%（连续两季）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🟡中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  <a:latin typeface="Noto Sans CJK SC"/>
              </a:defRPr>
            </a:pPr>
            <a:r>
              <a:t>🎯 操作策略与监控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5029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首次建仓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$130-138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当前区间，分批2-3次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加仓(财报后)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$138-155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若云收入&gt;预期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目标止盈(12月)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$192-205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分析师共识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激进目标(18月)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$240-260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P/S修复至4-4.5x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止损线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$115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跌破则逻辑受损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仓位建议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5-8%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Noto Sans CJK SC"/>
                        </a:defRPr>
                      </a:pPr>
                      <a:r>
                        <a:t>中国科技主力配置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Noto Sans CJK SC"/>
              </a:defRPr>
            </a:pPr>
            <a:r>
              <a:t>🔥 关键催化剂：2026-03-19 Q3 FY2026财报（3天后）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Noto Sans CJK SC"/>
              </a:defRPr>
            </a:pPr>
            <a:r>
              <a:t>重点关注：云收入增速(目标&gt;20%) | AI收入占比 | TTG EBITA利润率 | FCF变化 | capex指引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Noto Sans CJK SC"/>
              </a:defRPr>
            </a:pPr>
            <a:r>
              <a:t>BABA · 7.16/10 · ✅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Noto Sans CJK SC"/>
              </a:defRPr>
            </a:pPr>
            <a:r>
              <a:t>胜率68% | 赔率1:2.8 | 目标$205 | 止损$115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Noto Sans CJK SC"/>
              </a:defRPr>
            </a:pPr>
            <a:r>
              <a:t>⚠️ 免责声明：本报告仅供研究参考，不构成投资建议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Noto Sans CJK SC"/>
              </a:defRPr>
            </a:pPr>
            <a:r>
              <a:t>OpenClaw AI Research Engine | 2026-03-17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