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_scorec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_log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4_segme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5_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6_competi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7_ris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8_strateg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