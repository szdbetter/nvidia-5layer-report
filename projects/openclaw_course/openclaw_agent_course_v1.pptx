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你的第一个硅基合伙人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我们今天不讲 AI，我们讲"分身"。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这不是工具升级，这是物种进化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从"你用它"到"它替你"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从"聊天机器人"到"数字员工"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表达形式：minimal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类比：从算盘到计算机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各位，过去两年我们都在讨论 AI 能写什么、能画什么。但今天我要问一个更本质的问题：如果你有一个 24 小时不睡觉、不要工资、执行力超强的合伙人，你的生意会变成什么样？这不是科幻，这是 2026 年正在发生的现实。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你现在的 AI，只是个高级打字机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ChatGPT 再聪明，也得你亲手干活。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你查资料、你写 prompt、你复制粘贴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它只动嘴，你跑断腿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本质是"搜索引擎 + 打字机"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类比：参谋 vs 将军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想象一下，你雇了一个顾问，他点子很多，但让他去执行，他说"老板，我没手没脚，你自己来"。这就是你现在用的 AI。你每天花 3 小时跟它对话、调整 prompt、把它的输出复制到这里那里。请问，到底谁在替谁工作？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老板的工作，是下发任务，不是亲自下场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真正的管理者，只负责定义"要什么"，不负责"怎么做"。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你喝茶，员工跑腿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你决策，团队执行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这才是正常的雇佣关系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类比：董事长 vs 一线员工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各位老板，回想一下你管理人类员工的方式。你会告诉销售总监"这个月业绩做到 500 万"，然后呢？你不会教他怎么打电话、怎么拜访客户。你只定义目标，他负责闭环。但为什么到了 AI 这里，你就变成了微观管理者？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OpenClaw：LLM 是大脑，Agent 是手脚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它不是聊天机器人，它是你的操作系统。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大脑（LLM）负责思考拆解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手脚（Agent）负责执行闭环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你只说一句话，它全自动完成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类比：iOS 系统 vs 单个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OpenClaw 做的不是"更聪明的对话"，而是"完整的执行"。它有大脑（大模型）来理解你的意图、拆解任务，更有手脚（各种 Agent）去查资料、写代码、发报告、监控数据。你只需要说"帮我研究一下 NVDA 股票"，剩下的它自己完成。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它自己思考、拆解、派活、推进到完成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你睡觉的时候，它在干活。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自动唤醒子代理团队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自动搜索、自动重试、自动纠错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第二天早上，结果已在微信里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类比：全自动流水线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这不是比喻。我有个朋友用 OpenClaw 做了个"晨间研报"Agent。每天晚上 11 点，它自动唤醒：先搜 overnight 的美股动态，再抓 A 股公告，然后分析持仓风险，凌晨 4 点把 300 字精炼报告发到他微信。他醒来只需要看一眼，做决策。这才是数字员工。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别人卖"智力"，我们卖"执行力"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有脑无手是残废，有脑有手才是员工。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普通 AI：出主意，你执行（需人盯）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OpenClaw：出主意 + 干活（全自动）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从"参谋"到"将军"的质变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类比：外包团队 vs 正式员工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市面上 99% 的 AI 产品都在卷"更聪明"——更大的模型、更多的参数。但 OpenClaw 卷的是"更独立"。它不需要你盯着、不需要你反复 prompt、不需要你把它输出的东西复制粘贴到别处。它自己闭环。这就是为什么我们叫它"员工"，不叫它"工具"。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它能做的，远超你想象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信息收割、代码生成、内容生产、数据监控。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24 小时监控市场/竞品/舆情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自动写代码、部署、测试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自动生成研报/文章/视频脚本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自动执行交易、发送报告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类比：瑞士军刀 vs 自动化工厂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注意，我不是说它"能辅助你"做这些事。我是说它"自己"做。比如监控：你不用设闹钟起床看盘，它设好条件单，触发就执行，执行完发通知。比如内容：你不用写初稿，你只说"写一篇关于 AI Agent 趋势的文章，目标读者是创业者"，它查资料、写大纲、成文、甚至排版好发给你。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它不是神，它有自己的边界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它需要清晰的目标，不能替你承担法律责任。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不能替你承担法律/财务责任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不能处理模糊、矛盾的目标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不能替代人类的情感连接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需要"人"定义战略方向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表达形式：minimal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类比：员工 vs 老板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各位，我必须诚实。OpenClaw 不是魔法。它不能替你签字、不能替你背锅、不能替你跟客户喝酒建立信任。它的价值是"执行你定义的清晰目标"。所以，越是能清晰定义问题的人，用它越如虎添翼。越是模糊的人，它越帮不上忙。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三种人，现在就需要配置数字员工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老板、创业者、超级个体。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企业高管：决策杠杆最大化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创业者/一人公司：1 人抵 10 人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内容创作者：规模化生产 + 变现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类比：杠杆的支点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第一类，企业高管。你用它是为了把时间从执行层解放出来，聚焦战略。第二类，创业者。你没钱雇 10 个人，但你可以用 1 个 OpenClaw+ 你自己，干 10 个人的活。第三类，内容创作者。你一个人写文章、做视频、运营社群太累，它帮你做 80% 的体力活，你专注创意。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2026，为什么是元年？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政策首次写入政府工作报告，70% 普及率目标。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2026 政府工作报告首次写入"智能体"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国务院目标：2027 年普及率超 70%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腾讯/阿里/字节/华为全部下场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全球市场规模 3 年翻 3 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类比：2007 年的 iPhone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这不是我瞎吹。2026 年 3 月的政府工作报告，第一次把"智能体"写进去。国务院文件明确说 2027 年要 70% 的企业用上 AI Agent。六大巨头——腾讯、阿里、字节、百度、华为、火山——全部在 2025-2026 年推出自己的 Agent 平台。政策 + 资本 + 技术，三浪叠加。这就是元年。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真实案例：他们已经在赚钱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一人公司 6 个月被 8000 万美金收购。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Base44：1 人+AI，6 个月被 Wix 8000 万美金收购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Arcads AI：6 人团队，人均创收 279 万美金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Runlayer：OpenClaw 安全层，企业级收费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国内：深圳 OPC 硬件创业，7 人团队千万融资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类比：早期采用者的红利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说个最震撼的。Base44 这个公司，创始人一个人用 AI 写代码，成立 6 个月被 Wix 用 8000 万美金收购。收购前 1 个半月才雇第一个员工。这不是特例，Arcads AI 做广告自动化，6 个人人均创收 279 万美金。国内也有，深圳的 OPC 创业者，用 AI+ 供应链，7 个人做智能硬件，6 个月完成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2560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Arial"/>
              </a:rPr>
              <a:t>下一个时代，要么拥有分身，要么成为别人的工具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  <a:latin typeface="Arial"/>
              </a:rPr>
              <a:t>2026 年，配置你的第一个数字员工。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今天不布局，明年没机会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选择平台比自建更重要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场景比技术更关键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• 扫码，开启你的数字员工之旅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4709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57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414"/>
                </a:solidFill>
              </a:rPr>
              <a:t>表达形式：minimal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C3333"/>
                </a:solidFill>
              </a:rPr>
              <a:t>类比：船票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C3C3C"/>
                </a:solidFill>
              </a:rPr>
              <a:t>各位，历史不会等任何人。2007 年没用 iPhone 的人，错过了移动互联网。2010 年没做公众号的人，错过了内容红利。2026 年，AI Agent 就是下一个船票。你不需要懂技术，你只需要懂"如何当老板"。扫码，我们帮你配置第一个数字员工。记住：要么拥有分身，要么成为别人的工具。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E6E"/>
                </a:solidFill>
              </a:rPr>
              <a:t>AI 长出手脚：为什么 2026 是数字员工元年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