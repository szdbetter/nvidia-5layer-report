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2026年，你最大的竞争对手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不是同行，而是会用数字员工的人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AI不再只是“能说话”，它开始“能干活”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这不是技术升级，是工作方式的彻底重塑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要么驾驭它，要么被驾驭它的人超越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你雇了一个年薪百万的军师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却天天自己跑腿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ChatGPT豆包本质都是“高级参谋”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问它方案，它给你——然后你自己干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AI有脑子，没手脚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大模型是大脑，Agent是手脚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AI终于能“自己动起来”了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LLM（大模型）= 会思考的大脑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Agent（智能体）= 能执行的手脚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AI从“大脑”进化成“完整的人”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2026年，两条路摆在你面前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做AI的主人，还是做AI的用户？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路1：用户——问问题拿答案，自己执行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路2：主人——派任务等结果，解放自己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认知差，就是财富差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6人团队，干出传统30人业绩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Arcads AI是怎么做到的？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6人团队，人均创收279万美元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广告投放、客服、销售，全部由Agent执行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人只做战略决策，执行交给数字员工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一个程序员，6个月估值8000万美元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1062930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他几乎不写代码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Base44创始人用AI Agent写代码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成立6个月被Wix以8000万美元收购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一人公司，创造传统团队的百倍价值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中国政府把“智能体”写进工作报告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1062930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70%普及率目标已定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2026年政府工作报告首次写入“智能体”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目标：2027年智能体普及率超70%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六大巨头腾讯阿里字节百度华为火山全入局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六大巨头已经入场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你还在等什么？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字节：豆包+扣子 | 内容营销生态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腾讯：元宝+元器 | 微信生态深度绑定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阿里夸克+通义 / 百度文心多智能体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数字员工能帮你干的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比你想象的多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信息收割：24小时监控行业动态、自动简报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内容生产：文章、代码、报告自动生成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流程自动化：客服、销售跟进、数据分析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数字员工不是万能的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没有价值观，没有审美，没有战略判断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它能执行，但不能定义“什么值得做”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它能生成，但不能判断“什么是好的”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你的核心：战略眼光、审美判断、人情洞察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今天开始，做三件事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找场景、选平台、配数字员工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第一步：盘点最重复最耗时的工作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第二步：选择适合场景的平台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第三步：用Agent替代，释放你的时间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constructivism/images/img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75" y="0"/>
            <a:ext cx="6191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75" y="285750"/>
            <a:ext cx="432339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下一个时代，你要么拥有数字员工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14875" y="702915"/>
            <a:ext cx="432339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spcBef>
                <a:spcPts val="450"/>
              </a:spcBef>
              <a:buNone/>
            </a:pPr>
            <a:r>
              <a:rPr lang="en-US" sz="1575" b="1" dirty="0">
                <a:solidFill>
                  <a:srgbClr val="CC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要么成为别人的数字员工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14875" y="1866900"/>
            <a:ext cx="4000500" cy="190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4875" y="2000250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会用AI的人，会取代不会用的人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714875" y="2319338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2026年是窗口期，错过就是十年差距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14875" y="2638425"/>
            <a:ext cx="4323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欢迎来到数字员工元年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516689" y="4124325"/>
            <a:ext cx="4261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572000" y="5095875"/>
            <a:ext cx="4572000" cy="47625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2026-03-15T11:30:47Z</dcterms:created>
  <dcterms:modified xsi:type="dcterms:W3CDTF">2026-03-15T11:30:47Z</dcterms:modified>
</cp:coreProperties>
</file>