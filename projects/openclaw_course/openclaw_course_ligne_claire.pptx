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/>
        </p:spPr>
      </p:sp>
      <p:pic>
        <p:nvPicPr>
          <p:cNvPr id="3" name="Image 0" descr="/tmp/slides_ligne_claire/images/img-0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577840" cy="514807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577840" y="0"/>
            <a:ext cx="36576" cy="514807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Shape 2"/>
          <p:cNvSpPr/>
          <p:nvPr/>
        </p:nvSpPr>
        <p:spPr>
          <a:xfrm>
            <a:off x="5577840" y="0"/>
            <a:ext cx="3566160" cy="6400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6" name="Text 3"/>
          <p:cNvSpPr/>
          <p:nvPr/>
        </p:nvSpPr>
        <p:spPr>
          <a:xfrm>
            <a:off x="5760720" y="22860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2026年，你最大的竞争对手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760720" y="10972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不是同行，而是会用数字员工的人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760720" y="1828800"/>
            <a:ext cx="3291840" cy="2743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9" name="Text 6"/>
          <p:cNvSpPr/>
          <p:nvPr/>
        </p:nvSpPr>
        <p:spPr>
          <a:xfrm>
            <a:off x="5760720" y="192024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AI不再只是"能说话"，它开始"能干活"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760720" y="274320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这不是技术升级，是工作方式的彻底重塑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760720" y="356616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要么驾驭它，要么被驾驭它的人超越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686800" y="466344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>
                    <a:alpha val="1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00" dirty="0"/>
          </a:p>
        </p:txBody>
      </p:sp>
      <p:sp>
        <p:nvSpPr>
          <p:cNvPr id="13" name="Shape 10"/>
          <p:cNvSpPr/>
          <p:nvPr/>
        </p:nvSpPr>
        <p:spPr>
          <a:xfrm>
            <a:off x="5577840" y="5111496"/>
            <a:ext cx="3566160" cy="36576"/>
          </a:xfrm>
          <a:prstGeom prst="rect">
            <a:avLst/>
          </a:prstGeom>
          <a:solidFill>
            <a:srgbClr val="000000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/>
        </p:spPr>
      </p:sp>
      <p:pic>
        <p:nvPicPr>
          <p:cNvPr id="3" name="Image 0" descr="/tmp/slides_ligne_claire/images/img-0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577840" cy="514807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577840" y="0"/>
            <a:ext cx="36576" cy="514807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Shape 2"/>
          <p:cNvSpPr/>
          <p:nvPr/>
        </p:nvSpPr>
        <p:spPr>
          <a:xfrm>
            <a:off x="5577840" y="0"/>
            <a:ext cx="3566160" cy="6400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6" name="Text 3"/>
          <p:cNvSpPr/>
          <p:nvPr/>
        </p:nvSpPr>
        <p:spPr>
          <a:xfrm>
            <a:off x="5760720" y="22860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你雇了一个年薪百万的军师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760720" y="10972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却天天自己跑腿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760720" y="1828800"/>
            <a:ext cx="3291840" cy="2743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9" name="Text 6"/>
          <p:cNvSpPr/>
          <p:nvPr/>
        </p:nvSpPr>
        <p:spPr>
          <a:xfrm>
            <a:off x="5760720" y="192024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ChatGPT豆包本质都是"高级参谋"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760720" y="274320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问它方案，它给你——然后你自己干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760720" y="356616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AI有脑子，没手脚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686800" y="466344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>
                    <a:alpha val="1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Shape 10"/>
          <p:cNvSpPr/>
          <p:nvPr/>
        </p:nvSpPr>
        <p:spPr>
          <a:xfrm>
            <a:off x="5577840" y="5111496"/>
            <a:ext cx="3566160" cy="36576"/>
          </a:xfrm>
          <a:prstGeom prst="rect">
            <a:avLst/>
          </a:prstGeom>
          <a:solidFill>
            <a:srgbClr val="000000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/>
        </p:spPr>
      </p:sp>
      <p:pic>
        <p:nvPicPr>
          <p:cNvPr id="3" name="Image 0" descr="/tmp/slides_ligne_claire/images/img-0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577840" cy="514807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577840" y="0"/>
            <a:ext cx="36576" cy="514807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Shape 2"/>
          <p:cNvSpPr/>
          <p:nvPr/>
        </p:nvSpPr>
        <p:spPr>
          <a:xfrm>
            <a:off x="5577840" y="0"/>
            <a:ext cx="3566160" cy="6400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6" name="Text 3"/>
          <p:cNvSpPr/>
          <p:nvPr/>
        </p:nvSpPr>
        <p:spPr>
          <a:xfrm>
            <a:off x="5760720" y="22860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大模型是大脑，Agent是手脚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760720" y="10972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AI终于能"自己动起来"了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760720" y="1828800"/>
            <a:ext cx="3291840" cy="2743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9" name="Text 6"/>
          <p:cNvSpPr/>
          <p:nvPr/>
        </p:nvSpPr>
        <p:spPr>
          <a:xfrm>
            <a:off x="5760720" y="192024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LLM（大模型）= 会思考的大脑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760720" y="274320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Agent（智能体）= 能执行的手脚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760720" y="356616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AI从"大脑"进化成"完整的人"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686800" y="466344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>
                    <a:alpha val="1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13" name="Shape 10"/>
          <p:cNvSpPr/>
          <p:nvPr/>
        </p:nvSpPr>
        <p:spPr>
          <a:xfrm>
            <a:off x="5577840" y="5111496"/>
            <a:ext cx="3566160" cy="36576"/>
          </a:xfrm>
          <a:prstGeom prst="rect">
            <a:avLst/>
          </a:prstGeom>
          <a:solidFill>
            <a:srgbClr val="000000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/>
        </p:spPr>
      </p:sp>
      <p:pic>
        <p:nvPicPr>
          <p:cNvPr id="3" name="Image 0" descr="/tmp/slides_ligne_claire/images/img-0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577840" cy="514807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577840" y="0"/>
            <a:ext cx="36576" cy="514807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Shape 2"/>
          <p:cNvSpPr/>
          <p:nvPr/>
        </p:nvSpPr>
        <p:spPr>
          <a:xfrm>
            <a:off x="5577840" y="0"/>
            <a:ext cx="3566160" cy="6400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6" name="Text 3"/>
          <p:cNvSpPr/>
          <p:nvPr/>
        </p:nvSpPr>
        <p:spPr>
          <a:xfrm>
            <a:off x="5760720" y="22860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2026年，两条路摆在你面前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760720" y="10972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做AI的主人，还是做AI的用户？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760720" y="1828800"/>
            <a:ext cx="3291840" cy="2743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9" name="Text 6"/>
          <p:cNvSpPr/>
          <p:nvPr/>
        </p:nvSpPr>
        <p:spPr>
          <a:xfrm>
            <a:off x="5760720" y="192024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路1：用户——问问题拿答案，自己执行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760720" y="274320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路2：主人——派任务等结果，解放自己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760720" y="356616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认知差，就是财富差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686800" y="466344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>
                    <a:alpha val="1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800" dirty="0"/>
          </a:p>
        </p:txBody>
      </p:sp>
      <p:sp>
        <p:nvSpPr>
          <p:cNvPr id="13" name="Shape 10"/>
          <p:cNvSpPr/>
          <p:nvPr/>
        </p:nvSpPr>
        <p:spPr>
          <a:xfrm>
            <a:off x="5577840" y="5111496"/>
            <a:ext cx="3566160" cy="36576"/>
          </a:xfrm>
          <a:prstGeom prst="rect">
            <a:avLst/>
          </a:prstGeom>
          <a:solidFill>
            <a:srgbClr val="000000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/>
        </p:spPr>
      </p:sp>
      <p:pic>
        <p:nvPicPr>
          <p:cNvPr id="3" name="Image 0" descr="/tmp/slides_ligne_claire/images/img-0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577840" cy="514807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577840" y="0"/>
            <a:ext cx="36576" cy="514807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Shape 2"/>
          <p:cNvSpPr/>
          <p:nvPr/>
        </p:nvSpPr>
        <p:spPr>
          <a:xfrm>
            <a:off x="5577840" y="0"/>
            <a:ext cx="3566160" cy="6400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6" name="Text 3"/>
          <p:cNvSpPr/>
          <p:nvPr/>
        </p:nvSpPr>
        <p:spPr>
          <a:xfrm>
            <a:off x="5760720" y="22860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6人团队，干出传统30人业绩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760720" y="10972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Arcads AI是怎么做到的？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760720" y="1828800"/>
            <a:ext cx="3291840" cy="2743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9" name="Text 6"/>
          <p:cNvSpPr/>
          <p:nvPr/>
        </p:nvSpPr>
        <p:spPr>
          <a:xfrm>
            <a:off x="5760720" y="192024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6人团队，人均创收279万美元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760720" y="274320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广告投放、客服、销售，全部由Agent执行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760720" y="356616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人只做战略决策，执行交给数字员工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686800" y="466344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>
                    <a:alpha val="1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800" dirty="0"/>
          </a:p>
        </p:txBody>
      </p:sp>
      <p:sp>
        <p:nvSpPr>
          <p:cNvPr id="13" name="Shape 10"/>
          <p:cNvSpPr/>
          <p:nvPr/>
        </p:nvSpPr>
        <p:spPr>
          <a:xfrm>
            <a:off x="5577840" y="5111496"/>
            <a:ext cx="3566160" cy="36576"/>
          </a:xfrm>
          <a:prstGeom prst="rect">
            <a:avLst/>
          </a:prstGeom>
          <a:solidFill>
            <a:srgbClr val="000000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/>
        </p:spPr>
      </p:sp>
      <p:pic>
        <p:nvPicPr>
          <p:cNvPr id="3" name="Image 0" descr="/tmp/slides_ligne_claire/images/img-0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577840" cy="514807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577840" y="0"/>
            <a:ext cx="36576" cy="514807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Shape 2"/>
          <p:cNvSpPr/>
          <p:nvPr/>
        </p:nvSpPr>
        <p:spPr>
          <a:xfrm>
            <a:off x="5577840" y="0"/>
            <a:ext cx="3566160" cy="6400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6" name="Text 3"/>
          <p:cNvSpPr/>
          <p:nvPr/>
        </p:nvSpPr>
        <p:spPr>
          <a:xfrm>
            <a:off x="5760720" y="22860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一个程序员，6个月估值8000万美元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760720" y="10972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他几乎不写代码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760720" y="1828800"/>
            <a:ext cx="3291840" cy="2743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9" name="Text 6"/>
          <p:cNvSpPr/>
          <p:nvPr/>
        </p:nvSpPr>
        <p:spPr>
          <a:xfrm>
            <a:off x="5760720" y="192024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Base44创始人用AI Agent写代码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760720" y="274320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成立6个月被Wix以8000万美元收购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760720" y="356616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一人公司，创造传统团队的百倍价值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686800" y="466344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>
                    <a:alpha val="1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800" dirty="0"/>
          </a:p>
        </p:txBody>
      </p:sp>
      <p:sp>
        <p:nvSpPr>
          <p:cNvPr id="13" name="Shape 10"/>
          <p:cNvSpPr/>
          <p:nvPr/>
        </p:nvSpPr>
        <p:spPr>
          <a:xfrm>
            <a:off x="5577840" y="5111496"/>
            <a:ext cx="3566160" cy="36576"/>
          </a:xfrm>
          <a:prstGeom prst="rect">
            <a:avLst/>
          </a:prstGeom>
          <a:solidFill>
            <a:srgbClr val="000000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/>
        </p:spPr>
      </p:sp>
      <p:pic>
        <p:nvPicPr>
          <p:cNvPr id="3" name="Image 0" descr="/tmp/slides_ligne_claire/images/img-0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577840" cy="514807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577840" y="0"/>
            <a:ext cx="36576" cy="514807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Shape 2"/>
          <p:cNvSpPr/>
          <p:nvPr/>
        </p:nvSpPr>
        <p:spPr>
          <a:xfrm>
            <a:off x="5577840" y="0"/>
            <a:ext cx="3566160" cy="6400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6" name="Text 3"/>
          <p:cNvSpPr/>
          <p:nvPr/>
        </p:nvSpPr>
        <p:spPr>
          <a:xfrm>
            <a:off x="5760720" y="22860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中国政府把"智能体"写进工作报告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760720" y="10972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70%普及率目标已定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760720" y="1828800"/>
            <a:ext cx="3291840" cy="2743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9" name="Text 6"/>
          <p:cNvSpPr/>
          <p:nvPr/>
        </p:nvSpPr>
        <p:spPr>
          <a:xfrm>
            <a:off x="5760720" y="192024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2026年政府工作报告首次写入"智能体"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760720" y="274320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目标：2027年智能体普及率超70%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760720" y="356616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六大巨头腾讯阿里字节百度华为火山全入局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686800" y="466344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>
                    <a:alpha val="1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2800" dirty="0"/>
          </a:p>
        </p:txBody>
      </p:sp>
      <p:sp>
        <p:nvSpPr>
          <p:cNvPr id="13" name="Shape 10"/>
          <p:cNvSpPr/>
          <p:nvPr/>
        </p:nvSpPr>
        <p:spPr>
          <a:xfrm>
            <a:off x="5577840" y="5111496"/>
            <a:ext cx="3566160" cy="36576"/>
          </a:xfrm>
          <a:prstGeom prst="rect">
            <a:avLst/>
          </a:prstGeom>
          <a:solidFill>
            <a:srgbClr val="000000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/>
        </p:spPr>
      </p:sp>
      <p:pic>
        <p:nvPicPr>
          <p:cNvPr id="3" name="Image 0" descr="/tmp/slides_ligne_claire/images/img-0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577840" cy="514807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577840" y="0"/>
            <a:ext cx="36576" cy="514807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Shape 2"/>
          <p:cNvSpPr/>
          <p:nvPr/>
        </p:nvSpPr>
        <p:spPr>
          <a:xfrm>
            <a:off x="5577840" y="0"/>
            <a:ext cx="3566160" cy="6400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6" name="Text 3"/>
          <p:cNvSpPr/>
          <p:nvPr/>
        </p:nvSpPr>
        <p:spPr>
          <a:xfrm>
            <a:off x="5760720" y="22860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六大巨头已经入场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760720" y="10972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你还在等什么？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760720" y="1828800"/>
            <a:ext cx="3291840" cy="2743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9" name="Text 6"/>
          <p:cNvSpPr/>
          <p:nvPr/>
        </p:nvSpPr>
        <p:spPr>
          <a:xfrm>
            <a:off x="5760720" y="192024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字节：豆包+扣子，内容营销生态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760720" y="274320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腾讯：元宝+元器，微信生态深度绑定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760720" y="356616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阿里夸克+通义 / 百度文心多智能体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686800" y="466344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>
                    <a:alpha val="1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2800" dirty="0"/>
          </a:p>
        </p:txBody>
      </p:sp>
      <p:sp>
        <p:nvSpPr>
          <p:cNvPr id="13" name="Shape 10"/>
          <p:cNvSpPr/>
          <p:nvPr/>
        </p:nvSpPr>
        <p:spPr>
          <a:xfrm>
            <a:off x="5577840" y="5111496"/>
            <a:ext cx="3566160" cy="36576"/>
          </a:xfrm>
          <a:prstGeom prst="rect">
            <a:avLst/>
          </a:prstGeom>
          <a:solidFill>
            <a:srgbClr val="000000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/>
        </p:spPr>
      </p:sp>
      <p:pic>
        <p:nvPicPr>
          <p:cNvPr id="3" name="Image 0" descr="/tmp/slides_ligne_claire/images/img-0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577840" cy="514807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577840" y="0"/>
            <a:ext cx="36576" cy="514807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Shape 2"/>
          <p:cNvSpPr/>
          <p:nvPr/>
        </p:nvSpPr>
        <p:spPr>
          <a:xfrm>
            <a:off x="5577840" y="0"/>
            <a:ext cx="3566160" cy="6400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6" name="Text 3"/>
          <p:cNvSpPr/>
          <p:nvPr/>
        </p:nvSpPr>
        <p:spPr>
          <a:xfrm>
            <a:off x="5760720" y="22860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数字员工能帮你干的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760720" y="10972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比你想象的多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760720" y="1828800"/>
            <a:ext cx="3291840" cy="2743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9" name="Text 6"/>
          <p:cNvSpPr/>
          <p:nvPr/>
        </p:nvSpPr>
        <p:spPr>
          <a:xfrm>
            <a:off x="5760720" y="192024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信息收割：24小时监控行业动态、自动简报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760720" y="274320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内容生产：文章、代码、报告自动生成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760720" y="356616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流程自动化：客服、销售跟进、数据分析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686800" y="466344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>
                    <a:alpha val="1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2800" dirty="0"/>
          </a:p>
        </p:txBody>
      </p:sp>
      <p:sp>
        <p:nvSpPr>
          <p:cNvPr id="13" name="Shape 10"/>
          <p:cNvSpPr/>
          <p:nvPr/>
        </p:nvSpPr>
        <p:spPr>
          <a:xfrm>
            <a:off x="5577840" y="5111496"/>
            <a:ext cx="3566160" cy="36576"/>
          </a:xfrm>
          <a:prstGeom prst="rect">
            <a:avLst/>
          </a:prstGeom>
          <a:solidFill>
            <a:srgbClr val="000000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/>
        </p:spPr>
      </p:sp>
      <p:pic>
        <p:nvPicPr>
          <p:cNvPr id="3" name="Image 0" descr="/tmp/slides_ligne_claire/images/img-1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577840" cy="514807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577840" y="0"/>
            <a:ext cx="36576" cy="514807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Shape 2"/>
          <p:cNvSpPr/>
          <p:nvPr/>
        </p:nvSpPr>
        <p:spPr>
          <a:xfrm>
            <a:off x="5577840" y="0"/>
            <a:ext cx="3566160" cy="6400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6" name="Text 3"/>
          <p:cNvSpPr/>
          <p:nvPr/>
        </p:nvSpPr>
        <p:spPr>
          <a:xfrm>
            <a:off x="5760720" y="22860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数字员工不是万能的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760720" y="10972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没有价值观，没有审美，没有战略判断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760720" y="1828800"/>
            <a:ext cx="3291840" cy="2743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9" name="Text 6"/>
          <p:cNvSpPr/>
          <p:nvPr/>
        </p:nvSpPr>
        <p:spPr>
          <a:xfrm>
            <a:off x="5760720" y="192024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它能执行，但不能定义"什么值得做"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760720" y="274320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它能生成，但不能判断"什么是好的"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760720" y="356616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你的核心：战略眼光、审美判断、人情洞察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686800" y="466344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>
                    <a:alpha val="1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800" dirty="0"/>
          </a:p>
        </p:txBody>
      </p:sp>
      <p:sp>
        <p:nvSpPr>
          <p:cNvPr id="13" name="Shape 10"/>
          <p:cNvSpPr/>
          <p:nvPr/>
        </p:nvSpPr>
        <p:spPr>
          <a:xfrm>
            <a:off x="5577840" y="5111496"/>
            <a:ext cx="3566160" cy="36576"/>
          </a:xfrm>
          <a:prstGeom prst="rect">
            <a:avLst/>
          </a:prstGeom>
          <a:solidFill>
            <a:srgbClr val="000000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/>
        </p:spPr>
      </p:sp>
      <p:pic>
        <p:nvPicPr>
          <p:cNvPr id="3" name="Image 0" descr="/tmp/slides_ligne_claire/images/img-1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577840" cy="514807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577840" y="0"/>
            <a:ext cx="36576" cy="514807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Shape 2"/>
          <p:cNvSpPr/>
          <p:nvPr/>
        </p:nvSpPr>
        <p:spPr>
          <a:xfrm>
            <a:off x="5577840" y="0"/>
            <a:ext cx="3566160" cy="6400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6" name="Text 3"/>
          <p:cNvSpPr/>
          <p:nvPr/>
        </p:nvSpPr>
        <p:spPr>
          <a:xfrm>
            <a:off x="5760720" y="22860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今天开始，做三件事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760720" y="10972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找场景、选平台、配数字员工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760720" y="1828800"/>
            <a:ext cx="3291840" cy="2743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9" name="Text 6"/>
          <p:cNvSpPr/>
          <p:nvPr/>
        </p:nvSpPr>
        <p:spPr>
          <a:xfrm>
            <a:off x="5760720" y="192024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第一步：盘点最重复最耗时的工作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760720" y="274320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第二步：选择适合场景的平台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760720" y="356616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第三步：用Agent替代，释放你的时间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686800" y="466344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>
                    <a:alpha val="1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2800" dirty="0"/>
          </a:p>
        </p:txBody>
      </p:sp>
      <p:sp>
        <p:nvSpPr>
          <p:cNvPr id="13" name="Shape 10"/>
          <p:cNvSpPr/>
          <p:nvPr/>
        </p:nvSpPr>
        <p:spPr>
          <a:xfrm>
            <a:off x="5577840" y="5111496"/>
            <a:ext cx="3566160" cy="36576"/>
          </a:xfrm>
          <a:prstGeom prst="rect">
            <a:avLst/>
          </a:prstGeom>
          <a:solidFill>
            <a:srgbClr val="000000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/>
        </p:spPr>
      </p:sp>
      <p:pic>
        <p:nvPicPr>
          <p:cNvPr id="3" name="Image 0" descr="/tmp/slides_ligne_claire/images/img-1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577840" cy="514807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577840" y="0"/>
            <a:ext cx="36576" cy="514807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Shape 2"/>
          <p:cNvSpPr/>
          <p:nvPr/>
        </p:nvSpPr>
        <p:spPr>
          <a:xfrm>
            <a:off x="5577840" y="0"/>
            <a:ext cx="3566160" cy="6400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6" name="Text 3"/>
          <p:cNvSpPr/>
          <p:nvPr/>
        </p:nvSpPr>
        <p:spPr>
          <a:xfrm>
            <a:off x="5760720" y="22860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下一个时代，你要么拥有数字员工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760720" y="10972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要么成为别人的数字员工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760720" y="1828800"/>
            <a:ext cx="3291840" cy="2743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9" name="Text 6"/>
          <p:cNvSpPr/>
          <p:nvPr/>
        </p:nvSpPr>
        <p:spPr>
          <a:xfrm>
            <a:off x="5760720" y="192024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会用AI的人，会取代不会用的人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760720" y="274320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2026年是窗口期，错过就是十年差距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760720" y="356616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欢迎来到数字员工元年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686800" y="466344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>
                    <a:alpha val="1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2800" dirty="0"/>
          </a:p>
        </p:txBody>
      </p:sp>
      <p:sp>
        <p:nvSpPr>
          <p:cNvPr id="13" name="Shape 10"/>
          <p:cNvSpPr/>
          <p:nvPr/>
        </p:nvSpPr>
        <p:spPr>
          <a:xfrm>
            <a:off x="5577840" y="5111496"/>
            <a:ext cx="3566160" cy="36576"/>
          </a:xfrm>
          <a:prstGeom prst="rect">
            <a:avLst/>
          </a:prstGeom>
          <a:solidFill>
            <a:srgbClr val="000000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2026-03-15T12:23:08Z</dcterms:created>
  <dcterms:modified xsi:type="dcterms:W3CDTF">2026-03-15T12:23:08Z</dcterms:modified>
</cp:coreProperties>
</file>