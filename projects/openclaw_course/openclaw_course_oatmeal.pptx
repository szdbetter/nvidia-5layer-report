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你的第一个硅基合伙人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我们今天不讲AI，我们讲分身。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这不是工具升级，这是物种进化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从你用它到它替你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从聊天机器人到数字员工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你现在的AI，只是个高级打字机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ChatGPT再聪明，也得你亲手干活。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你查资料、你写prompt、你复制粘贴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它只动嘴，你跑断腿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本质是搜索引擎加打字机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老板的工作，是下发任务，不是亲自下场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真正的管理者，只负责定义要什么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你喝茶，员工跑腿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你决策，团队执行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这才是正常的雇佣关系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OpenClaw：LLM是大脑，Agent是手脚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它不是聊天机器人，它是你的操作系统。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大脑（LLM）负责思考拆解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手脚（Agent）负责执行闭环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你只说一句话，它全自动完成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它自己思考、拆解、派活、推进到完成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你睡觉的时候，它在干活。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自动唤醒子代理团队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自动搜索、自动重试、自动纠错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第二天早上，结果已在微信里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别人卖智力，我们卖执行力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有脑无手是残废，有脑有手才是员工。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普通AI：出主意，你执行（需人盯）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OpenClaw：出主意+干活（全自动）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从参谋到将军的质变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它能做的，远超你想象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信息收割、代码生成、内容生产、数据监控。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24小时监控市场/竞品/舆情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自动写代码、部署、测试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自动生成研报/文章/视频脚本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它不是神，它有自己的边界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它需要清晰的目标，不能替你承担法律责任。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不能替你承担法律/财务责任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不能处理模糊、矛盾的目标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需要人定义战略方向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三种人，现在就需要配置数字员工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老板、创业者、超级个体。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企业高管：决策杠杆最大化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创业者/一人公司：1人抵10人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内容创作者：规模化生产+变现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2026，为什么是元年？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政策首次写入政府工作报告，70%普及率目标。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2026政府工作报告首次写入智能体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腾讯/阿里/字节/华为全部下场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全球市场规模3年翻3倍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真实案例：他们已经在赚钱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一人公司6个月被8000万美金收购。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Base44：1人+AI，被Wix 8000万美金收购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Arcads AI：6人团队，人均创收279万美金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国内：深圳OPC硬件创业，7人团队千万融资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0" y="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6762750"/>
            <a:ext cx="5715000" cy="952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500" y="285750"/>
            <a:ext cx="5334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333333"/>
                </a:solidFill>
              </a:rPr>
              <a:t>要么拥有分身，要么成为别人的工具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1524000"/>
            <a:ext cx="5334000" cy="8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FF6B35"/>
                </a:solidFill>
              </a:rPr>
              <a:t>2026年，配置你的第一个数字员工。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0" y="2571750"/>
            <a:ext cx="5334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今天不布局，明年没机会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选择平台比自建更重要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333333"/>
                </a:solidFill>
              </a:rPr>
              <a:t>● 扫码，开启你的数字员工之旅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